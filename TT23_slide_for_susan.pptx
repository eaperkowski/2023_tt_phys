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78"/>
    <p:restoredTop sz="94656"/>
  </p:normalViewPr>
  <p:slideViewPr>
    <p:cSldViewPr snapToGrid="0" showGuides="1">
      <p:cViewPr varScale="1">
        <p:scale>
          <a:sx n="209" d="100"/>
          <a:sy n="209" d="100"/>
        </p:scale>
        <p:origin x="185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42F0-7237-EE3A-68E2-6BF424851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5258B-9501-28BC-E7AF-96BB30A1A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DCEEA-8741-DD91-27BA-DBBE06E1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CCB72-35D8-B2B3-633E-EE7667BB5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36EB-D542-FB13-7824-9B4B3B8B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8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26E0-E9DE-1B73-1514-12DB0615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7FB57-99D8-7523-4A31-69A9C9F5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0C468-A153-3210-1557-11728BC8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3C5F0-4EF2-ABBC-4248-3D2733A8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6EDE5-2271-9955-2D77-0D14598A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2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65D2-69DA-68BE-CCB5-F1420D45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7A6A6-E2D7-ADD4-D2D7-3AC74D021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2A19-7626-AD76-BAAD-97CBDAC6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29E56-68B4-61F7-79F7-BE7F5051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18450-AE56-1EFB-0E09-5401486C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4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1CEA-FA07-3D52-CDE1-8C9C778C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521F-3C60-1908-F41E-9AD1E179C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5893B-F825-2DD9-10B6-06DDE92F9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6F7A0-E120-EF49-4E6C-9DDBCFBF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40D78-8744-795C-0E28-CBAE90EE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41701-21E3-61A7-49A3-0C275265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D615-FB9D-AA0F-6F71-77E27C2F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52F96-D7A0-934E-EF0F-59391DD8B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DD146-4A41-019A-FB62-39DFB6AB6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2849CA-5108-1554-373A-6CB851FA4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728B-40F1-C439-E434-8E8764086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42430-DB27-9DF5-51FD-409DEE3A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FF4A7-A326-D566-2123-AC3FA6AD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43D7C3-D871-CA12-C30A-D7359920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2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63D8-4158-440E-1ACA-F6745D41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F33B9-5CC7-AEC4-12FE-E58857E0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680B6-A6A3-DFE8-3807-30D46C03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7DB50-2540-B0B9-28FD-C963B44B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8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79A9B-D62B-D696-E344-3B331D2C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90DC9-4151-F46C-3887-93FA723E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BB04F-EF1F-162A-B952-6BD347BD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7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FEBA-0EBE-F00A-9275-E0FE8C4C3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5DE70-2222-44E2-C874-65764B896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0D72F-0002-AFA5-C323-DAE970F43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329A5-7254-E8A9-A23A-F9E4C046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2AD5C-CCD2-1E9D-6311-7560BF78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E1230-F18B-2CB8-454D-27E1D6C6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3451-F187-7AC9-7538-8B3FBABE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49C01-A368-BE67-4591-6811281E1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F287F-D9F6-ABFD-1C71-F1D905F02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F20C1-5934-3ECA-1E87-8008827F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17C8A-F2B5-1C4F-E26C-DB86996B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3663E-5669-3768-A1B4-65C6D19C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2FF1-38FA-4ACB-639F-2BC3CFCB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97BF8-F988-A2C8-ECD8-DEF03415D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DC2C5-B474-2EBE-5FDF-761281C4D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D2726-3D08-5FDD-8511-408EB901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AE85D-3D9B-9084-47E6-C16F38CD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2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6AEA2-7737-F71D-2524-00E77A504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CEAED-D69D-4E9E-8347-B464A57EC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1C404-A477-2AAD-166D-B499BD92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33AD4-D764-9DB0-247C-D62A1050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F391C-F7BB-52A8-CE06-45C92632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4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C77C4-86C5-8A91-2ED2-CD9C6B8D2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CB369-1BA2-D4C2-2860-496272EAD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793E-8E35-A68F-C16F-18E8FEEE9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36ED6-4CF3-0541-AE90-3B55630A4D2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3ED26-BF66-5C0D-E9BE-55AA69A27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B2517-F1F3-F3A5-2C44-1888C4CE6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E1177-4EA6-B74D-930C-A0B19CBDF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types of treatment&#10;&#10;AI-generated content may be incorrect.">
            <a:extLst>
              <a:ext uri="{FF2B5EF4-FFF2-40B4-BE49-F238E27FC236}">
                <a16:creationId xmlns:a16="http://schemas.microsoft.com/office/drawing/2014/main" id="{29D5111A-66BF-9FB4-8BF2-722598C38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980" y="1343216"/>
            <a:ext cx="5472112" cy="547211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78C17E3-925B-06A6-4CEB-8E10268B7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A. petiolata</a:t>
            </a:r>
            <a:r>
              <a:rPr lang="en-US" sz="3600" dirty="0"/>
              <a:t> decreases native plant photosynthesis</a:t>
            </a:r>
            <a:endParaRPr lang="en-US" sz="36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EC2AF-5058-B7BE-E4DC-473A7F6287CA}"/>
              </a:ext>
            </a:extLst>
          </p:cNvPr>
          <p:cNvSpPr txBox="1"/>
          <p:nvPr/>
        </p:nvSpPr>
        <p:spPr>
          <a:xfrm>
            <a:off x="8563335" y="2345613"/>
            <a:ext cx="2661819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Indicative of nutrient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limitation in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Trillium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spp.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38B4F-7D58-F8EC-9BA2-D60EC437900B}"/>
              </a:ext>
            </a:extLst>
          </p:cNvPr>
          <p:cNvSpPr txBox="1"/>
          <p:nvPr/>
        </p:nvSpPr>
        <p:spPr>
          <a:xfrm>
            <a:off x="8563334" y="4986528"/>
            <a:ext cx="2661819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Indicative of water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limitation in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Trillium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spp.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674C5-B100-E32B-774D-E37E116D8545}"/>
              </a:ext>
            </a:extLst>
          </p:cNvPr>
          <p:cNvSpPr txBox="1"/>
          <p:nvPr/>
        </p:nvSpPr>
        <p:spPr>
          <a:xfrm>
            <a:off x="10176916" y="6581001"/>
            <a:ext cx="2010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Perkowski et al. (in review)</a:t>
            </a:r>
          </a:p>
        </p:txBody>
      </p:sp>
    </p:spTree>
    <p:extLst>
      <p:ext uri="{BB962C8B-B14F-4D97-AF65-F5344CB8AC3E}">
        <p14:creationId xmlns:p14="http://schemas.microsoft.com/office/powerpoint/2010/main" val="3184883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A. petiolata decreases native plant photosynthesis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Perkowski, Evan A</dc:creator>
  <cp:lastModifiedBy>Perkowski, Evan A</cp:lastModifiedBy>
  <cp:revision>1</cp:revision>
  <dcterms:created xsi:type="dcterms:W3CDTF">2025-10-08T15:38:30Z</dcterms:created>
  <dcterms:modified xsi:type="dcterms:W3CDTF">2025-10-08T15:42:56Z</dcterms:modified>
</cp:coreProperties>
</file>